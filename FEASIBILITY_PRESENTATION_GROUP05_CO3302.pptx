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1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36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3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25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85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54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2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7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18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0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707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00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6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16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490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93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84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9967" y="2404531"/>
            <a:ext cx="7766936" cy="1646302"/>
          </a:xfrm>
        </p:spPr>
        <p:txBody>
          <a:bodyPr/>
          <a:lstStyle/>
          <a:p>
            <a:pPr algn="ctr"/>
            <a:r>
              <a:rPr lang="en-US" dirty="0" smtClean="0"/>
              <a:t>FEASIBILITY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9967" y="4050833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Smart Agriculture System</a:t>
            </a:r>
          </a:p>
          <a:p>
            <a:pPr algn="ctr"/>
            <a:r>
              <a:rPr lang="en-US" sz="2000" dirty="0" smtClean="0"/>
              <a:t>GROUP 05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938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Our Team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22/ENG/051 </a:t>
            </a:r>
            <a:r>
              <a:rPr lang="en-US" sz="3200" dirty="0" smtClean="0"/>
              <a:t> </a:t>
            </a:r>
            <a:r>
              <a:rPr lang="en-US" sz="3200" dirty="0" err="1" smtClean="0"/>
              <a:t>H.K.V.Methsandi</a:t>
            </a:r>
            <a:endParaRPr lang="en-US" sz="3200" dirty="0" smtClean="0"/>
          </a:p>
          <a:p>
            <a:r>
              <a:rPr lang="en-US" sz="3200" dirty="0" smtClean="0"/>
              <a:t>22/ENG/057  </a:t>
            </a:r>
            <a:r>
              <a:rPr lang="en-US" sz="3200" dirty="0" err="1" smtClean="0"/>
              <a:t>H.S.Hettiarachchi</a:t>
            </a:r>
            <a:endParaRPr lang="en-US" sz="3200" dirty="0" smtClean="0"/>
          </a:p>
          <a:p>
            <a:r>
              <a:rPr lang="en-US" sz="3200" dirty="0" smtClean="0"/>
              <a:t>22/ENG/131  </a:t>
            </a:r>
            <a:r>
              <a:rPr lang="en-US" sz="3200" dirty="0"/>
              <a:t>R.B.U.S.S. </a:t>
            </a:r>
            <a:r>
              <a:rPr lang="en-US" sz="3200" dirty="0" err="1"/>
              <a:t>Rathnayake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55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Current work done by Team members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441035" y="2541865"/>
            <a:ext cx="897622" cy="13905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75926" y="3955638"/>
            <a:ext cx="26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Prototype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76" y="1381254"/>
            <a:ext cx="6869927" cy="44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1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requirements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92" y="1603289"/>
            <a:ext cx="3094231" cy="21801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958" y="1856035"/>
            <a:ext cx="2051273" cy="15236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09" y="1452286"/>
            <a:ext cx="1713254" cy="23311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943" y="4290605"/>
            <a:ext cx="2486372" cy="19147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005" y="4290605"/>
            <a:ext cx="2320726" cy="202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2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Hardware Requirements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77334" y="1611949"/>
            <a:ext cx="8596668" cy="3880773"/>
          </a:xfrm>
        </p:spPr>
        <p:txBody>
          <a:bodyPr/>
          <a:lstStyle/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ESP32 Board -: reads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sensors, controls the pump, and sends data to the web dashboard via Wi-Fi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Soil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Moisture 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Sensor: Measures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soil wetness/dryness to trigger automatic watering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DHT11/DHT22 Sensor: Monitors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ambient temperature and humidity for climate awareness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Relay Module: Switches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water pump on/off (controlled by the ESP32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).</a:t>
            </a:r>
          </a:p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Water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Pump (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DC 3V-6V): Delivers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water to plants when activated by the relay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Power Supply: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Provides power to the ESP32 (USB) and pump (external 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battery).</a:t>
            </a:r>
          </a:p>
          <a:p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Breadboard, Diodes, Resistors, Jumper wires 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937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8074"/>
            <a:ext cx="8596668" cy="3880773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9600" dirty="0" smtClean="0"/>
              <a:t>Web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 smtClean="0"/>
              <a:t>Frontend-: HTML, CSS, JavaScript, React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 smtClean="0"/>
              <a:t>Backend-: Node.js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 smtClean="0"/>
              <a:t>Database: MySQL + Firebase Real time database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6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9600" dirty="0" smtClean="0"/>
              <a:t>Micro Controller 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 smtClean="0"/>
              <a:t>DHT sensor library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 err="1" smtClean="0"/>
              <a:t>Adafruit</a:t>
            </a:r>
            <a:r>
              <a:rPr lang="en-US" sz="9600" dirty="0" smtClean="0"/>
              <a:t> Unified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9600" dirty="0" smtClean="0">
                <a:solidFill>
                  <a:schemeClr val="tx1"/>
                </a:solidFill>
              </a:rPr>
              <a:t>Firebase ESP32 by </a:t>
            </a:r>
            <a:r>
              <a:rPr lang="en-US" altLang="en-US" sz="9600" dirty="0" err="1" smtClean="0">
                <a:solidFill>
                  <a:schemeClr val="tx1"/>
                </a:solidFill>
              </a:rPr>
              <a:t>Mobizt</a:t>
            </a:r>
            <a:r>
              <a:rPr lang="en-US" altLang="en-US" sz="9600" dirty="0" smtClean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Requirements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84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FINANCIAL FEASIBILITY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Budget</a:t>
            </a:r>
            <a:endParaRPr lang="en-US" sz="31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611361"/>
              </p:ext>
            </p:extLst>
          </p:nvPr>
        </p:nvGraphicFramePr>
        <p:xfrm>
          <a:off x="677863" y="2160588"/>
          <a:ext cx="85963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39329667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96864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Description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Cost(LKR)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183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ESP32 Dev board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1400.00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DHT11 sensor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550.00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246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Soil Moisture sensor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350.00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728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Relay module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300.00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305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Water pump(3V-6V)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500.00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1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Diodes, resistors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50.00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80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Breadboard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600.00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748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Jumper wire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250.00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94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Total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4000.00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31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36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581" y="656622"/>
            <a:ext cx="9146174" cy="1320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Alternative/Backup plan</a:t>
            </a:r>
            <a:br>
              <a:rPr lang="en-US" b="1" dirty="0" smtClean="0"/>
            </a:br>
            <a:r>
              <a:rPr lang="en-US" altLang="en-US" sz="2800" dirty="0" smtClean="0">
                <a:solidFill>
                  <a:srgbClr val="0070C0"/>
                </a:solidFill>
                <a:latin typeface="Arial" panose="020B0604020202020204" pitchFamily="34" charset="0"/>
              </a:rPr>
              <a:t>Continue Smart Agriculture System prototype without Firebase or ESP32.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32" y="2299516"/>
            <a:ext cx="9164945" cy="4110962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</a:rPr>
              <a:t>Arduino Uno 		: Micro controller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</a:rPr>
              <a:t>DHT22 			– </a:t>
            </a:r>
            <a:r>
              <a:rPr lang="en-US" altLang="en-US" sz="2400" dirty="0">
                <a:solidFill>
                  <a:schemeClr val="tx1"/>
                </a:solidFill>
              </a:rPr>
              <a:t>Temperature &amp; humidity sensor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Soil Moisture Sensor </a:t>
            </a:r>
            <a:r>
              <a:rPr lang="en-US" altLang="en-US" sz="2400" dirty="0" smtClean="0">
                <a:solidFill>
                  <a:schemeClr val="tx1"/>
                </a:solidFill>
              </a:rPr>
              <a:t>	– </a:t>
            </a:r>
            <a:r>
              <a:rPr lang="en-US" altLang="en-US" sz="2400" dirty="0">
                <a:solidFill>
                  <a:schemeClr val="tx1"/>
                </a:solidFill>
              </a:rPr>
              <a:t>To detect dry/wet soil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Relay Module + Water Pump – For automatic irrigation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LCD Display (16x2) </a:t>
            </a:r>
            <a:r>
              <a:rPr lang="en-US" altLang="en-US" sz="2400" dirty="0" smtClean="0">
                <a:solidFill>
                  <a:schemeClr val="tx1"/>
                </a:solidFill>
              </a:rPr>
              <a:t>	– </a:t>
            </a:r>
            <a:r>
              <a:rPr lang="en-US" altLang="en-US" sz="2400" dirty="0">
                <a:solidFill>
                  <a:schemeClr val="tx1"/>
                </a:solidFill>
              </a:rPr>
              <a:t>To show real-time values locally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5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034" y="2644140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8800" dirty="0" smtClean="0"/>
              <a:t>THANK YOU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7760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</TotalTime>
  <Words>183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Trebuchet MS</vt:lpstr>
      <vt:lpstr>Wingdings</vt:lpstr>
      <vt:lpstr>Wingdings 3</vt:lpstr>
      <vt:lpstr>Facet</vt:lpstr>
      <vt:lpstr>FEASIBILITY PRESENTATION</vt:lpstr>
      <vt:lpstr>Our Team</vt:lpstr>
      <vt:lpstr>Current work done by Team members</vt:lpstr>
      <vt:lpstr>Hardware requirements</vt:lpstr>
      <vt:lpstr>Hardware Requirements</vt:lpstr>
      <vt:lpstr>Software Requirements </vt:lpstr>
      <vt:lpstr>FINANCIAL FEASIBILITY  Budget</vt:lpstr>
      <vt:lpstr>Alternative/Backup plan Continue Smart Agriculture System prototype without Firebase or ESP32.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PRESENTATION</dc:title>
  <dc:creator>Aacerq</dc:creator>
  <cp:lastModifiedBy>HP</cp:lastModifiedBy>
  <cp:revision>16</cp:revision>
  <dcterms:created xsi:type="dcterms:W3CDTF">2025-06-02T12:42:05Z</dcterms:created>
  <dcterms:modified xsi:type="dcterms:W3CDTF">2025-06-06T06:16:04Z</dcterms:modified>
</cp:coreProperties>
</file>